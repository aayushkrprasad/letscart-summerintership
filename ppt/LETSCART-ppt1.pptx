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Mona Sans Bold"/>
      <p:regular r:id="rId201314"/>
    </p:embeddedFont>
    <p:embeddedFont>
      <p:font typeface="Mona Sans ExtraBold"/>
      <p:regular r:id="rId201315"/>
    </p:embeddedFont>
    <p:embeddedFont>
      <p:font typeface="Mona Sans Black"/>
      <p:regular r:id="rId201316"/>
    </p:embeddedFont>
    <p:embeddedFont>
      <p:font typeface="Mona Sans ExtraLight"/>
      <p:regular r:id="rId201317"/>
    </p:embeddedFont>
    <p:embeddedFont>
      <p:font typeface="Mona Sans Light"/>
      <p:regular r:id="rId201318"/>
    </p:embeddedFont>
    <p:embeddedFont>
      <p:font typeface="Mona Sans"/>
      <p:regular r:id="rId201319"/>
    </p:embeddedFont>
    <p:embeddedFont>
      <p:font typeface="Mona Sans Medium"/>
      <p:regular r:id="rId201320"/>
    </p:embeddedFont>
    <p:embeddedFont>
      <p:font typeface="Mona Sans Semi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7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FAE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7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7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CF7D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.png"/><Relationship Id="rId14" Type="http://schemas.openxmlformats.org/officeDocument/2006/relationships/image" Target="../media/image-4-2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5.png"/><Relationship Id="rId18" Type="http://schemas.openxmlformats.org/officeDocument/2006/relationships/image" Target="../media/image-4-6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9.png"/><Relationship Id="rId22" Type="http://schemas.openxmlformats.org/officeDocument/2006/relationships/image" Target="../media/image-4-10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slideLayout" Target="../slideLayouts/slideLayout3.xml"/><Relationship Id="rId2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3.png"/><Relationship Id="rId10" Type="http://schemas.openxmlformats.org/officeDocument/2006/relationships/image" Target="../media/image-6-4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31194"/>
            <a:ext cx="3181965" cy="284460"/>
          </a:xfrm>
          <a:prstGeom prst="roundRect">
            <a:avLst>
              <a:gd name="adj" fmla="val 41862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980803"/>
            <a:ext cx="3593117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B.TECH COMPUTER SCIENCE &amp;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281734"/>
            <a:ext cx="6359862" cy="992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LETSCART</a:t>
            </a:r>
            <a:endParaRPr lang="en-US" sz="6500" dirty="0"/>
          </a:p>
        </p:txBody>
      </p:sp>
      <p:sp>
        <p:nvSpPr>
          <p:cNvPr id="5" name="Text 3"/>
          <p:cNvSpPr/>
          <p:nvPr/>
        </p:nvSpPr>
        <p:spPr>
          <a:xfrm>
            <a:off x="661475" y="3439418"/>
            <a:ext cx="6359862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 Modern AI-Ready E-Commerce Platform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61475" y="4398466"/>
            <a:ext cx="6969447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i="1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Shop Smarter, Live Better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4778772"/>
            <a:ext cx="6969447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Presented by </a:t>
            </a:r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Aayush Kumar Prasad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· Internship Evaluation &amp; Placement Interview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1100" y="1931194"/>
            <a:ext cx="413434" cy="4134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31100" y="2551311"/>
            <a:ext cx="41053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E-Commerce Reimagined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31100" y="2964656"/>
            <a:ext cx="4105371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Fast · Responsive · AI-Ready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3535"/>
            <a:ext cx="1354401" cy="229989"/>
          </a:xfrm>
          <a:prstGeom prst="roundRect">
            <a:avLst>
              <a:gd name="adj" fmla="val 44010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45809" y="545703"/>
            <a:ext cx="1795318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ABOUT THE PROJECT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81248"/>
            <a:ext cx="10868745" cy="42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 is LETSCART?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382117"/>
            <a:ext cx="10868745" cy="364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LETSCART is a modern e-commerce platform designed to deliver a </a:t>
            </a:r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fast, responsive, and user-friendly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shopping experience — built with production-quality code and scalability at its core.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636" y="1880592"/>
            <a:ext cx="9238424" cy="41573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41339" y="1980806"/>
            <a:ext cx="1616713" cy="23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Phase 1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241339" y="2291721"/>
            <a:ext cx="1616713" cy="554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Production frontend with reusable components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284438" y="5098830"/>
            <a:ext cx="1625595" cy="23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Phase 2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284438" y="5409744"/>
            <a:ext cx="1625595" cy="554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Secure payments and scalable Node.js backend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265355" y="1949715"/>
            <a:ext cx="1616713" cy="23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Phase 3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265355" y="2260629"/>
            <a:ext cx="1616713" cy="554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AI-powered search with personalized recommendations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1475" y="6172299"/>
            <a:ext cx="11478330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current version delivers a complete, polished frontend. Future versions will introduce AI-powered search, secure payments via Stripe, and a full scalable backend.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98588"/>
            <a:ext cx="1657606" cy="284460"/>
          </a:xfrm>
          <a:prstGeom prst="roundRect">
            <a:avLst>
              <a:gd name="adj" fmla="val 41862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448197"/>
            <a:ext cx="2068758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FRONTEND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749127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What's Built Today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493268"/>
            <a:ext cx="1147833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Built using a </a:t>
            </a:r>
            <a:pPr algn="l" indent="0" marL="0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component-based architecture</a:t>
            </a:r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for maximum reusability, consistency, and developer scalability.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10780"/>
            <a:ext cx="5351725" cy="11916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2017" y="3095129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🎨</a:t>
            </a:r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UI &amp; Experience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2017" y="3455095"/>
            <a:ext cx="4906840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Responsive Design · Modern Homepage · Beautiful Animations · Clean Typography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2910780"/>
            <a:ext cx="5351725" cy="11916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39037" y="3095129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🛍️</a:t>
            </a:r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Shopping Features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39037" y="3455095"/>
            <a:ext cx="49068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Product Cards · Categories · Shopping Cart UI · Wishlist Ready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67696"/>
            <a:ext cx="5351725" cy="11916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2017" y="4452045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🧩</a:t>
            </a:r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Developer-First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22017" y="4812010"/>
            <a:ext cx="4906840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Reusable Components · Admin Components · Component-Based Architecture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495" y="4267696"/>
            <a:ext cx="5351725" cy="119161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39037" y="4452045"/>
            <a:ext cx="490684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Performance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439037" y="4812010"/>
            <a:ext cx="4906840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Optimized rendering · Fast load times · Mobile-first design · Scalable codebase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1259"/>
            <a:ext cx="1444093" cy="247650"/>
          </a:xfrm>
          <a:prstGeom prst="roundRect">
            <a:avLst>
              <a:gd name="adj" fmla="val 43276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595908"/>
            <a:ext cx="1875088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52488"/>
            <a:ext cx="10868745" cy="446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Built With Modern Technologies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633934"/>
            <a:ext cx="525280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Frontend — Live Now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58888"/>
            <a:ext cx="2559383" cy="13183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1872" y="2192834"/>
            <a:ext cx="178589" cy="1785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9349" y="2654201"/>
            <a:ext cx="2223635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Next.js 15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29349" y="3011388"/>
            <a:ext cx="2223635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15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App Router · SSR · SSG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4800" y="2058888"/>
            <a:ext cx="2559482" cy="131832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45196" y="2192834"/>
            <a:ext cx="178589" cy="17859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522674" y="2654201"/>
            <a:ext cx="222373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React 19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3522674" y="3011388"/>
            <a:ext cx="2223734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15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Hooks · Concurrent Mode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511153"/>
            <a:ext cx="5252807" cy="131832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98534" y="3645098"/>
            <a:ext cx="178589" cy="17859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29349" y="4106466"/>
            <a:ext cx="491705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Tailwind CSS 4</a:t>
            </a:r>
            <a:endParaRPr lang="en-US" sz="1450" dirty="0"/>
          </a:p>
        </p:txBody>
      </p:sp>
      <p:sp>
        <p:nvSpPr>
          <p:cNvPr id="17" name="Text 9"/>
          <p:cNvSpPr/>
          <p:nvPr/>
        </p:nvSpPr>
        <p:spPr>
          <a:xfrm>
            <a:off x="829349" y="4463653"/>
            <a:ext cx="491705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15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Utility-First Styling</a:t>
            </a:r>
            <a:endParaRPr lang="en-US" sz="1150" dirty="0"/>
          </a:p>
        </p:txBody>
      </p:sp>
      <p:sp>
        <p:nvSpPr>
          <p:cNvPr id="18" name="Shape 10"/>
          <p:cNvSpPr/>
          <p:nvPr/>
        </p:nvSpPr>
        <p:spPr>
          <a:xfrm>
            <a:off x="661475" y="4980186"/>
            <a:ext cx="2559383" cy="520898"/>
          </a:xfrm>
          <a:prstGeom prst="roundRect">
            <a:avLst>
              <a:gd name="adj" fmla="val 25718"/>
            </a:avLst>
          </a:prstGeom>
          <a:solidFill>
            <a:srgbClr val="5678F0"/>
          </a:solidFill>
          <a:ln/>
        </p:spPr>
      </p:sp>
      <p:sp>
        <p:nvSpPr>
          <p:cNvPr id="19" name="Text 11"/>
          <p:cNvSpPr/>
          <p:nvPr/>
        </p:nvSpPr>
        <p:spPr>
          <a:xfrm>
            <a:off x="810299" y="5129014"/>
            <a:ext cx="226173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Redux Toolkit</a:t>
            </a:r>
            <a:endParaRPr lang="en-US" sz="1450" dirty="0"/>
          </a:p>
        </p:txBody>
      </p:sp>
      <p:sp>
        <p:nvSpPr>
          <p:cNvPr id="20" name="Shape 12"/>
          <p:cNvSpPr/>
          <p:nvPr/>
        </p:nvSpPr>
        <p:spPr>
          <a:xfrm>
            <a:off x="3354800" y="4980186"/>
            <a:ext cx="2559482" cy="520898"/>
          </a:xfrm>
          <a:prstGeom prst="roundRect">
            <a:avLst>
              <a:gd name="adj" fmla="val 25718"/>
            </a:avLst>
          </a:prstGeom>
          <a:solidFill>
            <a:srgbClr val="93CEF1"/>
          </a:solidFill>
          <a:ln/>
        </p:spPr>
      </p:sp>
      <p:sp>
        <p:nvSpPr>
          <p:cNvPr id="21" name="Text 13"/>
          <p:cNvSpPr/>
          <p:nvPr/>
        </p:nvSpPr>
        <p:spPr>
          <a:xfrm>
            <a:off x="3503624" y="5129014"/>
            <a:ext cx="2261833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React Hot Toast</a:t>
            </a:r>
            <a:endParaRPr lang="en-US" sz="1450" dirty="0"/>
          </a:p>
        </p:txBody>
      </p:sp>
      <p:sp>
        <p:nvSpPr>
          <p:cNvPr id="22" name="Shape 14"/>
          <p:cNvSpPr/>
          <p:nvPr/>
        </p:nvSpPr>
        <p:spPr>
          <a:xfrm>
            <a:off x="661475" y="5635030"/>
            <a:ext cx="5252807" cy="520898"/>
          </a:xfrm>
          <a:prstGeom prst="roundRect">
            <a:avLst>
              <a:gd name="adj" fmla="val 25718"/>
            </a:avLst>
          </a:prstGeom>
          <a:solidFill>
            <a:srgbClr val="948BE2"/>
          </a:solidFill>
          <a:ln/>
        </p:spPr>
      </p:sp>
      <p:sp>
        <p:nvSpPr>
          <p:cNvPr id="23" name="Text 15"/>
          <p:cNvSpPr/>
          <p:nvPr/>
        </p:nvSpPr>
        <p:spPr>
          <a:xfrm>
            <a:off x="810299" y="5783858"/>
            <a:ext cx="4955158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Lucide React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6283763" y="1633934"/>
            <a:ext cx="525280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Future Backend Stack</a:t>
            </a:r>
            <a:endParaRPr lang="en-US" sz="17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83763" y="2058888"/>
            <a:ext cx="2559383" cy="1318320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74160" y="2192834"/>
            <a:ext cx="178589" cy="17859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451637" y="2654201"/>
            <a:ext cx="2223635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Node.js + Express</a:t>
            </a:r>
            <a:endParaRPr lang="en-US" sz="1450" dirty="0"/>
          </a:p>
        </p:txBody>
      </p:sp>
      <p:sp>
        <p:nvSpPr>
          <p:cNvPr id="28" name="Text 18"/>
          <p:cNvSpPr/>
          <p:nvPr/>
        </p:nvSpPr>
        <p:spPr>
          <a:xfrm>
            <a:off x="6451637" y="3011388"/>
            <a:ext cx="2223635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15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RESTful API Layer</a:t>
            </a:r>
            <a:endParaRPr lang="en-US" sz="11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77088" y="2058888"/>
            <a:ext cx="2559482" cy="1318320"/>
          </a:xfrm>
          <a:prstGeom prst="rect">
            <a:avLst/>
          </a:prstGeom>
        </p:spPr>
      </p:pic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67485" y="2192834"/>
            <a:ext cx="178589" cy="178594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9144962" y="2654201"/>
            <a:ext cx="222373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PostgreSQL + Redis</a:t>
            </a:r>
            <a:endParaRPr lang="en-US" sz="1450" dirty="0"/>
          </a:p>
        </p:txBody>
      </p:sp>
      <p:sp>
        <p:nvSpPr>
          <p:cNvPr id="32" name="Text 20"/>
          <p:cNvSpPr/>
          <p:nvPr/>
        </p:nvSpPr>
        <p:spPr>
          <a:xfrm>
            <a:off x="9144962" y="3011388"/>
            <a:ext cx="2223734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15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Data &amp; Caching Layer</a:t>
            </a:r>
            <a:endParaRPr lang="en-US" sz="11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83763" y="3511153"/>
            <a:ext cx="5252807" cy="1318320"/>
          </a:xfrm>
          <a:prstGeom prst="rect">
            <a:avLst/>
          </a:prstGeom>
        </p:spPr>
      </p:pic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820822" y="3645098"/>
            <a:ext cx="178589" cy="178594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451637" y="4106466"/>
            <a:ext cx="491705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Python AI</a:t>
            </a:r>
            <a:endParaRPr lang="en-US" sz="1450" dirty="0"/>
          </a:p>
        </p:txBody>
      </p:sp>
      <p:sp>
        <p:nvSpPr>
          <p:cNvPr id="36" name="Text 22"/>
          <p:cNvSpPr/>
          <p:nvPr/>
        </p:nvSpPr>
        <p:spPr>
          <a:xfrm>
            <a:off x="6451637" y="4463653"/>
            <a:ext cx="491705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15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Sentence Transformers</a:t>
            </a:r>
            <a:endParaRPr lang="en-US" sz="1150" dirty="0"/>
          </a:p>
        </p:txBody>
      </p:sp>
      <p:sp>
        <p:nvSpPr>
          <p:cNvPr id="37" name="Shape 23"/>
          <p:cNvSpPr/>
          <p:nvPr/>
        </p:nvSpPr>
        <p:spPr>
          <a:xfrm>
            <a:off x="6283763" y="4980186"/>
            <a:ext cx="5252807" cy="520898"/>
          </a:xfrm>
          <a:prstGeom prst="roundRect">
            <a:avLst>
              <a:gd name="adj" fmla="val 25718"/>
            </a:avLst>
          </a:prstGeom>
          <a:solidFill>
            <a:srgbClr val="5678F0"/>
          </a:solidFill>
          <a:ln/>
        </p:spPr>
      </p:sp>
      <p:sp>
        <p:nvSpPr>
          <p:cNvPr id="38" name="Text 24"/>
          <p:cNvSpPr/>
          <p:nvPr/>
        </p:nvSpPr>
        <p:spPr>
          <a:xfrm>
            <a:off x="6432588" y="5129014"/>
            <a:ext cx="4955158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Stripe API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9296"/>
            <a:ext cx="1051692" cy="229989"/>
          </a:xfrm>
          <a:prstGeom prst="roundRect">
            <a:avLst>
              <a:gd name="adj" fmla="val 44010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45809" y="601464"/>
            <a:ext cx="1492610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37009"/>
            <a:ext cx="10868745" cy="42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Project Architecture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437878"/>
            <a:ext cx="11478330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Designed for </a:t>
            </a:r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scalability and future enhancements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— each layer is modular and independently deployable.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636" y="1754287"/>
            <a:ext cx="9238424" cy="42280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43810" y="2310598"/>
            <a:ext cx="2043626" cy="24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 &amp; Payments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43810" y="2628504"/>
            <a:ext cx="2252529" cy="37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Python AI services and Stripe payment gateway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722373" y="3700299"/>
            <a:ext cx="2043626" cy="24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Backend &amp; Data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95125" y="4018204"/>
            <a:ext cx="2070874" cy="37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Express REST API, PostgreSQL, Redis cache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43810" y="4417856"/>
            <a:ext cx="2043626" cy="245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43810" y="4735761"/>
            <a:ext cx="2252529" cy="37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Next.js UI, pages, and state management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1475" y="6116637"/>
            <a:ext cx="11478330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Every layer is independently scalable — from the React frontend to the Python AI microservice — ensuring the platform grows with user demand.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3845"/>
            <a:ext cx="2264214" cy="284460"/>
          </a:xfrm>
          <a:prstGeom prst="roundRect">
            <a:avLst>
              <a:gd name="adj" fmla="val 41862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653455"/>
            <a:ext cx="2675367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UNIQUE SELLING PROPOSITION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54385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Why LETSCART?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698526"/>
            <a:ext cx="1147833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platform engineered not just for today's users — but designed to scale, adapt, and evolve with AI and modern commerce demands.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2281337"/>
            <a:ext cx="5232666" cy="310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Available Now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425" y="2758678"/>
            <a:ext cx="5251715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4868" y="2777728"/>
            <a:ext cx="502927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AI-Ready Architecture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4868" y="3191073"/>
            <a:ext cx="5029273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Structured from the ground up to integrate AI services without refactoring.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3965674"/>
            <a:ext cx="5251715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4868" y="3984724"/>
            <a:ext cx="502927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Responsive Modern UI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64868" y="4398070"/>
            <a:ext cx="5029273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Mobile-first design with beautiful animations and premium visual quality.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425" y="5172670"/>
            <a:ext cx="5251715" cy="914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4868" y="5191720"/>
            <a:ext cx="502927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Component-Based Dev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64868" y="5605066"/>
            <a:ext cx="5029273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Reusable, testable components enabling rapid feature development.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03904" y="2281337"/>
            <a:ext cx="5232666" cy="310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🔮</a:t>
            </a:r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Coming Soon</a:t>
            </a:r>
            <a:endParaRPr lang="en-US" sz="1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4854" y="2758678"/>
            <a:ext cx="5251715" cy="914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07297" y="2777728"/>
            <a:ext cx="502927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Scalable Backend Design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507297" y="3191073"/>
            <a:ext cx="5029273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Node.js + PostgreSQL + Redis architecture built for high-traffic loads.</a:t>
            </a:r>
            <a:endParaRPr lang="en-US" sz="13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4854" y="3965674"/>
            <a:ext cx="5251715" cy="914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07297" y="3984724"/>
            <a:ext cx="502927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Semantic AI Search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507297" y="4398070"/>
            <a:ext cx="5029273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Python-powered Sentence Transformers for intelligent product discovery.</a:t>
            </a:r>
            <a:endParaRPr lang="en-US" sz="13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84854" y="5172670"/>
            <a:ext cx="5251715" cy="68292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07297" y="5191720"/>
            <a:ext cx="502927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Secure Payment Integration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507297" y="5605066"/>
            <a:ext cx="5029273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Stripe API integration for a seamless, safe checkout experience.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6966"/>
            <a:ext cx="1375038" cy="265807"/>
          </a:xfrm>
          <a:prstGeom prst="roundRect">
            <a:avLst>
              <a:gd name="adj" fmla="val 42560"/>
            </a:avLst>
          </a:prstGeom>
          <a:solidFill>
            <a:srgbClr val="5678F0"/>
          </a:solidFill>
          <a:ln/>
        </p:spPr>
      </p:sp>
      <p:sp>
        <p:nvSpPr>
          <p:cNvPr id="3" name="Text 1"/>
          <p:cNvSpPr/>
          <p:nvPr/>
        </p:nvSpPr>
        <p:spPr>
          <a:xfrm>
            <a:off x="755730" y="534095"/>
            <a:ext cx="1796112" cy="17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FUTURE 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12403"/>
            <a:ext cx="10868745" cy="471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5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What's Coming Next</a:t>
            </a:r>
            <a:endParaRPr lang="en-US" sz="3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07530"/>
            <a:ext cx="785594" cy="7856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96291" y="1507530"/>
            <a:ext cx="993393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Authentication &amp; Onboarding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96291" y="1832769"/>
            <a:ext cx="9933930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Secure Login &amp; Registration with JWT-based sessions and OAuth support.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450207"/>
            <a:ext cx="785594" cy="7856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96291" y="2450207"/>
            <a:ext cx="993393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AI-Powered Commerce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96291" y="2775446"/>
            <a:ext cx="9933930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Semantic AI Search · Personalized Recommendations · Smart Filters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392884"/>
            <a:ext cx="785594" cy="7856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96291" y="3392884"/>
            <a:ext cx="993393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Payments, Admin &amp; Vendor Dashboards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596291" y="3718123"/>
            <a:ext cx="9933930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Stripe Checkout · Full Admin Controls · Multi-Vendor Marketplace Support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61475" y="4542631"/>
            <a:ext cx="10868745" cy="19050"/>
          </a:xfrm>
          <a:prstGeom prst="roundRect">
            <a:avLst>
              <a:gd name="adj" fmla="val 59999"/>
            </a:avLst>
          </a:prstGeom>
          <a:solidFill>
            <a:srgbClr val="303030">
              <a:alpha val="5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661475" y="4768751"/>
            <a:ext cx="19050" cy="550168"/>
          </a:xfrm>
          <a:prstGeom prst="roundRect">
            <a:avLst>
              <a:gd name="adj" fmla="val 59999"/>
            </a:avLst>
          </a:prstGeom>
          <a:solidFill>
            <a:srgbClr val="89C6EB"/>
          </a:solidFill>
          <a:ln/>
        </p:spPr>
      </p:sp>
      <p:sp>
        <p:nvSpPr>
          <p:cNvPr id="16" name="Text 11"/>
          <p:cNvSpPr/>
          <p:nvPr/>
        </p:nvSpPr>
        <p:spPr>
          <a:xfrm>
            <a:off x="897113" y="4936629"/>
            <a:ext cx="11242691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LETSCART is more than an online store — it's a </a:t>
            </a:r>
            <a:pPr algn="l"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scalable, AI-ready shopping platform</a:t>
            </a:r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built with modern web technologies.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61475" y="5542855"/>
            <a:ext cx="10868745" cy="389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Thank You </a:t>
            </a:r>
            <a:pPr algn="ctr" indent="0" marL="0">
              <a:lnSpc>
                <a:spcPct val="1000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🙏</a:t>
            </a:r>
            <a:endParaRPr lang="en-US" sz="2450" dirty="0"/>
          </a:p>
        </p:txBody>
      </p:sp>
      <p:sp>
        <p:nvSpPr>
          <p:cNvPr id="18" name="Text 13"/>
          <p:cNvSpPr/>
          <p:nvPr/>
        </p:nvSpPr>
        <p:spPr>
          <a:xfrm>
            <a:off x="356682" y="6156424"/>
            <a:ext cx="11478330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i="1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Questions? Let's discuss!</a:t>
            </a:r>
            <a:pPr algn="ctr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 ·  </a:t>
            </a:r>
            <a:pPr algn="ctr"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Aayush Kumar Prasad</a:t>
            </a:r>
            <a:pPr algn="ctr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 ·  B.Tech CSE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2026-07-08T16:23:43Z</dcterms:created>
  <dcterms:modified xsi:type="dcterms:W3CDTF">2026-07-08T16:23:43Z</dcterms:modified>
</cp:coreProperties>
</file>